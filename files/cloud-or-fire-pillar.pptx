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6" r:id="rId1"/>
  </p:sldMasterIdLst>
  <p:notesMasterIdLst>
    <p:notesMasterId r:id="rId17"/>
  </p:notesMasterIdLst>
  <p:sldIdLst>
    <p:sldId id="629" r:id="rId2"/>
    <p:sldId id="640" r:id="rId3"/>
    <p:sldId id="641" r:id="rId4"/>
    <p:sldId id="633" r:id="rId5"/>
    <p:sldId id="642" r:id="rId6"/>
    <p:sldId id="634" r:id="rId7"/>
    <p:sldId id="644" r:id="rId8"/>
    <p:sldId id="645" r:id="rId9"/>
    <p:sldId id="635" r:id="rId10"/>
    <p:sldId id="646" r:id="rId11"/>
    <p:sldId id="647" r:id="rId12"/>
    <p:sldId id="648" r:id="rId13"/>
    <p:sldId id="649" r:id="rId14"/>
    <p:sldId id="650" r:id="rId15"/>
    <p:sldId id="652" r:id="rId16"/>
  </p:sldIdLst>
  <p:sldSz cx="12192000" cy="6858000"/>
  <p:notesSz cx="6858000" cy="9144000"/>
  <p:defaultTextStyle>
    <a:defPPr>
      <a:defRPr lang="ko-KR"/>
    </a:defPPr>
    <a:lvl1pPr marL="0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5453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0937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66420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1886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77368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32835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88302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43764" algn="l" defTabSz="910937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  <a:srgbClr val="FF66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1640" autoAdjust="0"/>
    <p:restoredTop sz="94990" autoAdjust="0"/>
  </p:normalViewPr>
  <p:slideViewPr>
    <p:cSldViewPr>
      <p:cViewPr varScale="1">
        <p:scale>
          <a:sx n="103" d="100"/>
          <a:sy n="103" d="100"/>
        </p:scale>
        <p:origin x="114" y="15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61DB9-4585-47BC-B89B-BAC07927B2BC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D73339-E27D-427A-8E0F-CBE879F326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5531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453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0937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66420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1886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77368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32835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88302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43764" algn="l" defTabSz="91093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62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24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687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49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12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374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36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49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136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4319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4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906755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623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247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68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49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12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3745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369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4993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7620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600" y="160024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600" y="160024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4838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230" indent="0">
              <a:buNone/>
              <a:defRPr sz="2000" b="1"/>
            </a:lvl2pPr>
            <a:lvl3pPr marL="912479" indent="0">
              <a:buNone/>
              <a:defRPr sz="1800" b="1"/>
            </a:lvl3pPr>
            <a:lvl4pPr marL="1368730" indent="0">
              <a:buNone/>
              <a:defRPr sz="1600" b="1"/>
            </a:lvl4pPr>
            <a:lvl5pPr marL="1824968" indent="0">
              <a:buNone/>
              <a:defRPr sz="1600" b="1"/>
            </a:lvl5pPr>
            <a:lvl6pPr marL="2281203" indent="0">
              <a:buNone/>
              <a:defRPr sz="1600" b="1"/>
            </a:lvl6pPr>
            <a:lvl7pPr marL="2737455" indent="0">
              <a:buNone/>
              <a:defRPr sz="1600" b="1"/>
            </a:lvl7pPr>
            <a:lvl8pPr marL="3193693" indent="0">
              <a:buNone/>
              <a:defRPr sz="1600" b="1"/>
            </a:lvl8pPr>
            <a:lvl9pPr marL="364993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6230" indent="0">
              <a:buNone/>
              <a:defRPr sz="2000" b="1"/>
            </a:lvl2pPr>
            <a:lvl3pPr marL="912479" indent="0">
              <a:buNone/>
              <a:defRPr sz="1800" b="1"/>
            </a:lvl3pPr>
            <a:lvl4pPr marL="1368730" indent="0">
              <a:buNone/>
              <a:defRPr sz="1600" b="1"/>
            </a:lvl4pPr>
            <a:lvl5pPr marL="1824968" indent="0">
              <a:buNone/>
              <a:defRPr sz="1600" b="1"/>
            </a:lvl5pPr>
            <a:lvl6pPr marL="2281203" indent="0">
              <a:buNone/>
              <a:defRPr sz="1600" b="1"/>
            </a:lvl6pPr>
            <a:lvl7pPr marL="2737455" indent="0">
              <a:buNone/>
              <a:defRPr sz="1600" b="1"/>
            </a:lvl7pPr>
            <a:lvl8pPr marL="3193693" indent="0">
              <a:buNone/>
              <a:defRPr sz="1600" b="1"/>
            </a:lvl8pPr>
            <a:lvl9pPr marL="364993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36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787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1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92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3" y="1435102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6230" indent="0">
              <a:buNone/>
              <a:defRPr sz="1200"/>
            </a:lvl2pPr>
            <a:lvl3pPr marL="912479" indent="0">
              <a:buNone/>
              <a:defRPr sz="1000"/>
            </a:lvl3pPr>
            <a:lvl4pPr marL="1368730" indent="0">
              <a:buNone/>
              <a:defRPr sz="900"/>
            </a:lvl4pPr>
            <a:lvl5pPr marL="1824968" indent="0">
              <a:buNone/>
              <a:defRPr sz="900"/>
            </a:lvl5pPr>
            <a:lvl6pPr marL="2281203" indent="0">
              <a:buNone/>
              <a:defRPr sz="900"/>
            </a:lvl6pPr>
            <a:lvl7pPr marL="2737455" indent="0">
              <a:buNone/>
              <a:defRPr sz="900"/>
            </a:lvl7pPr>
            <a:lvl8pPr marL="3193693" indent="0">
              <a:buNone/>
              <a:defRPr sz="900"/>
            </a:lvl8pPr>
            <a:lvl9pPr marL="364993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89036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6230" indent="0">
              <a:buNone/>
              <a:defRPr sz="2800"/>
            </a:lvl2pPr>
            <a:lvl3pPr marL="912479" indent="0">
              <a:buNone/>
              <a:defRPr sz="2400"/>
            </a:lvl3pPr>
            <a:lvl4pPr marL="1368730" indent="0">
              <a:buNone/>
              <a:defRPr sz="2000"/>
            </a:lvl4pPr>
            <a:lvl5pPr marL="1824968" indent="0">
              <a:buNone/>
              <a:defRPr sz="2000"/>
            </a:lvl5pPr>
            <a:lvl6pPr marL="2281203" indent="0">
              <a:buNone/>
              <a:defRPr sz="2000"/>
            </a:lvl6pPr>
            <a:lvl7pPr marL="2737455" indent="0">
              <a:buNone/>
              <a:defRPr sz="2000"/>
            </a:lvl7pPr>
            <a:lvl8pPr marL="3193693" indent="0">
              <a:buNone/>
              <a:defRPr sz="2000"/>
            </a:lvl8pPr>
            <a:lvl9pPr marL="3649933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6230" indent="0">
              <a:buNone/>
              <a:defRPr sz="1200"/>
            </a:lvl2pPr>
            <a:lvl3pPr marL="912479" indent="0">
              <a:buNone/>
              <a:defRPr sz="1000"/>
            </a:lvl3pPr>
            <a:lvl4pPr marL="1368730" indent="0">
              <a:buNone/>
              <a:defRPr sz="900"/>
            </a:lvl4pPr>
            <a:lvl5pPr marL="1824968" indent="0">
              <a:buNone/>
              <a:defRPr sz="900"/>
            </a:lvl5pPr>
            <a:lvl6pPr marL="2281203" indent="0">
              <a:buNone/>
              <a:defRPr sz="900"/>
            </a:lvl6pPr>
            <a:lvl7pPr marL="2737455" indent="0">
              <a:buNone/>
              <a:defRPr sz="900"/>
            </a:lvl7pPr>
            <a:lvl8pPr marL="3193693" indent="0">
              <a:buNone/>
              <a:defRPr sz="900"/>
            </a:lvl8pPr>
            <a:lvl9pPr marL="3649933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96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5765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0" y="274680"/>
            <a:ext cx="27432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600" y="274680"/>
            <a:ext cx="80264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332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246" tIns="45623" rIns="91246" bIns="45623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600242"/>
            <a:ext cx="10972800" cy="4525963"/>
          </a:xfrm>
          <a:prstGeom prst="rect">
            <a:avLst/>
          </a:prstGeom>
        </p:spPr>
        <p:txBody>
          <a:bodyPr vert="horz" lIns="91246" tIns="45623" rIns="91246" bIns="45623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600" y="6356392"/>
            <a:ext cx="2844800" cy="365125"/>
          </a:xfrm>
          <a:prstGeom prst="rect">
            <a:avLst/>
          </a:prstGeom>
        </p:spPr>
        <p:txBody>
          <a:bodyPr vert="horz" lIns="91246" tIns="45623" rIns="91246" bIns="45623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85CAA2-A011-4A13-839B-08B7F1A52BE3}" type="datetimeFigureOut">
              <a:rPr lang="ko-KR" altLang="en-US" smtClean="0"/>
              <a:pPr/>
              <a:t>2026-09-19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601" y="6356392"/>
            <a:ext cx="3860800" cy="365125"/>
          </a:xfrm>
          <a:prstGeom prst="rect">
            <a:avLst/>
          </a:prstGeom>
        </p:spPr>
        <p:txBody>
          <a:bodyPr vert="horz" lIns="91246" tIns="45623" rIns="91246" bIns="45623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600" y="6356392"/>
            <a:ext cx="2844800" cy="365125"/>
          </a:xfrm>
          <a:prstGeom prst="rect">
            <a:avLst/>
          </a:prstGeom>
        </p:spPr>
        <p:txBody>
          <a:bodyPr vert="horz" lIns="91246" tIns="45623" rIns="91246" bIns="45623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417A9-1253-4C3E-8EA5-3EBAF0CC218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786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</p:sldLayoutIdLst>
  <p:txStyles>
    <p:titleStyle>
      <a:lvl1pPr algn="ctr" defTabSz="912479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190" indent="-342190" algn="l" defTabSz="912479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1392" indent="-285163" algn="l" defTabSz="912479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0602" indent="-228114" algn="l" defTabSz="912479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6840" indent="-228114" algn="l" defTabSz="912479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3095" indent="-228114" algn="l" defTabSz="912479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09334" indent="-228114" algn="l" defTabSz="91247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65570" indent="-228114" algn="l" defTabSz="91247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1817" indent="-228114" algn="l" defTabSz="91247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78044" indent="-228114" algn="l" defTabSz="912479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230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2479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8730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4968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1203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7455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3693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49933" algn="l" defTabSz="912479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주님께서는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그들이 밤낮으로 행군할 수 있도록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>
                <a:solidFill>
                  <a:srgbClr val="0070C0"/>
                </a:solidFill>
              </a:rPr>
              <a:t>낮에는 구름기둥으로 </a:t>
            </a:r>
            <a:r>
              <a:rPr lang="ko-KR" altLang="en-US" sz="4000" b="1" dirty="0"/>
              <a:t>앞서 가시며 길을 인도하시고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밤에는 불기둥으로 </a:t>
            </a:r>
            <a:r>
              <a:rPr lang="ko-KR" altLang="en-US" sz="4000" b="1" dirty="0"/>
              <a:t>앞 길을 비추어 주셨다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</a:t>
            </a:r>
            <a:r>
              <a:rPr lang="ko-KR" altLang="en-US" b="1" dirty="0"/>
              <a:t> 출애굽기 </a:t>
            </a:r>
            <a:r>
              <a:rPr lang="en-US" altLang="ko-KR" b="1" dirty="0"/>
              <a:t>13</a:t>
            </a:r>
            <a:r>
              <a:rPr lang="ko-KR" altLang="en-US" b="1" dirty="0"/>
              <a:t>장 </a:t>
            </a:r>
            <a:r>
              <a:rPr lang="en-US" altLang="ko-KR" b="1" dirty="0"/>
              <a:t>21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2572195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772816"/>
            <a:ext cx="8228707" cy="4352950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새벽에 여호와께서 </a:t>
            </a:r>
            <a:r>
              <a:rPr lang="ko-KR" altLang="en-US" sz="4000" b="1" dirty="0">
                <a:solidFill>
                  <a:srgbClr val="FF0000"/>
                </a:solidFill>
              </a:rPr>
              <a:t>불과 구름 기둥</a:t>
            </a:r>
            <a:r>
              <a:rPr lang="ko-KR" altLang="en-US" sz="4000" b="1" dirty="0"/>
              <a:t> 가운데서 </a:t>
            </a:r>
            <a:r>
              <a:rPr lang="ko-KR" altLang="en-US" sz="4000" b="1" dirty="0" err="1"/>
              <a:t>애굽</a:t>
            </a:r>
            <a:r>
              <a:rPr lang="ko-KR" altLang="en-US" sz="4000" b="1" dirty="0"/>
              <a:t> 군대를 보시고 </a:t>
            </a:r>
            <a:r>
              <a:rPr lang="ko-KR" altLang="en-US" sz="4000" b="1" dirty="0" err="1"/>
              <a:t>애굽</a:t>
            </a:r>
            <a:r>
              <a:rPr lang="ko-KR" altLang="en-US" sz="4000" b="1" dirty="0"/>
              <a:t> 군대를 어지럽게 하시며</a:t>
            </a:r>
            <a:endParaRPr lang="en-US" altLang="ko-KR" sz="4000" b="1" dirty="0"/>
          </a:p>
          <a:p>
            <a:pPr marL="0" indent="0">
              <a:buNone/>
            </a:pPr>
            <a:endParaRPr lang="en-US" altLang="ko-KR" sz="4000" b="1" dirty="0"/>
          </a:p>
          <a:p>
            <a:pPr marL="0" indent="0">
              <a:buNone/>
            </a:pPr>
            <a:endParaRPr lang="en-US" altLang="ko-KR" sz="1600" b="1" dirty="0"/>
          </a:p>
          <a:p>
            <a:pPr marL="0" indent="0">
              <a:buNone/>
            </a:pP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출애굽기 </a:t>
            </a:r>
            <a:r>
              <a:rPr lang="en-US" altLang="ko-KR" b="1" dirty="0"/>
              <a:t>14</a:t>
            </a:r>
            <a:r>
              <a:rPr lang="ko-KR" altLang="en-US" b="1" dirty="0"/>
              <a:t>장 </a:t>
            </a:r>
            <a:r>
              <a:rPr lang="en-US" altLang="ko-KR" b="1" dirty="0"/>
              <a:t>24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2141400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772816"/>
            <a:ext cx="8228707" cy="4352950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새벽에 여호와께서 </a:t>
            </a:r>
            <a:r>
              <a:rPr lang="ko-KR" altLang="en-US" sz="4000" b="1" dirty="0">
                <a:solidFill>
                  <a:srgbClr val="FF0000"/>
                </a:solidFill>
              </a:rPr>
              <a:t>불과 구름 기둥</a:t>
            </a:r>
            <a:r>
              <a:rPr lang="ko-KR" altLang="en-US" sz="4000" b="1" dirty="0"/>
              <a:t> 가운데서 </a:t>
            </a:r>
            <a:r>
              <a:rPr lang="ko-KR" altLang="en-US" sz="4000" b="1" dirty="0" err="1"/>
              <a:t>애굽</a:t>
            </a:r>
            <a:r>
              <a:rPr lang="ko-KR" altLang="en-US" sz="4000" b="1" dirty="0"/>
              <a:t> 군대를 보시고 </a:t>
            </a:r>
            <a:r>
              <a:rPr lang="ko-KR" altLang="en-US" sz="4000" b="1" dirty="0" err="1"/>
              <a:t>애굽</a:t>
            </a:r>
            <a:r>
              <a:rPr lang="ko-KR" altLang="en-US" sz="4000" b="1" dirty="0"/>
              <a:t> 군대를 어지럽게 하시며</a:t>
            </a:r>
            <a:endParaRPr lang="en-US" altLang="ko-KR" sz="4000" b="1" dirty="0"/>
          </a:p>
          <a:p>
            <a:pPr marL="0" indent="0">
              <a:buNone/>
            </a:pPr>
            <a:endParaRPr lang="en-US" altLang="ko-KR" sz="4000" b="1" dirty="0"/>
          </a:p>
          <a:p>
            <a:pPr marL="0" indent="0">
              <a:buNone/>
            </a:pPr>
            <a:endParaRPr lang="en-US" altLang="ko-KR" sz="1600" b="1" dirty="0"/>
          </a:p>
          <a:p>
            <a:pPr marL="0" indent="0">
              <a:buNone/>
            </a:pPr>
            <a:r>
              <a:rPr lang="en-US" altLang="ko-KR" sz="3600" b="1" dirty="0">
                <a:solidFill>
                  <a:srgbClr val="0070C0"/>
                </a:solidFill>
              </a:rPr>
              <a:t>the pillar of fire and cloud</a:t>
            </a:r>
          </a:p>
          <a:p>
            <a:pPr marL="0" indent="0">
              <a:buNone/>
            </a:pP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출애굽기 </a:t>
            </a:r>
            <a:r>
              <a:rPr lang="en-US" altLang="ko-KR" b="1" dirty="0"/>
              <a:t>14</a:t>
            </a:r>
            <a:r>
              <a:rPr lang="ko-KR" altLang="en-US" b="1" dirty="0"/>
              <a:t>장 </a:t>
            </a:r>
            <a:r>
              <a:rPr lang="en-US" altLang="ko-KR" b="1" dirty="0"/>
              <a:t>24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6955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이스라엘 진 앞을 인도하는 </a:t>
            </a:r>
            <a:endParaRPr lang="en-US" altLang="ko-KR" sz="4000" b="1" dirty="0"/>
          </a:p>
          <a:p>
            <a:pPr marL="0" indent="0">
              <a:buNone/>
            </a:pPr>
            <a:r>
              <a:rPr lang="ko-KR" altLang="en-US" sz="4000" b="1" dirty="0"/>
              <a:t>하나님의 천사가 진 뒤로 옮겨가자</a:t>
            </a:r>
            <a:r>
              <a:rPr lang="en-US" altLang="ko-KR" sz="4000" b="1" dirty="0"/>
              <a:t>,</a:t>
            </a:r>
          </a:p>
          <a:p>
            <a:pPr marL="0" indent="0">
              <a:buNone/>
            </a:pPr>
            <a:r>
              <a:rPr lang="ko-KR" altLang="en-US" sz="4000" b="1" dirty="0"/>
              <a:t>진 앞에 있던 </a:t>
            </a:r>
            <a:r>
              <a:rPr lang="ko-KR" altLang="en-US" sz="4000" b="1" dirty="0" err="1">
                <a:solidFill>
                  <a:srgbClr val="0070C0"/>
                </a:solidFill>
              </a:rPr>
              <a:t>구름기둥도</a:t>
            </a:r>
            <a:r>
              <a:rPr lang="ko-KR" altLang="en-US" sz="4000" b="1" dirty="0">
                <a:solidFill>
                  <a:srgbClr val="0070C0"/>
                </a:solidFill>
              </a:rPr>
              <a:t> 진 뒤로 </a:t>
            </a:r>
            <a:r>
              <a:rPr lang="ko-KR" altLang="en-US" sz="4000" b="1" dirty="0"/>
              <a:t>옮겨가서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출애굽기 </a:t>
            </a:r>
            <a:r>
              <a:rPr lang="en-US" altLang="ko-KR" b="1" dirty="0"/>
              <a:t>14</a:t>
            </a:r>
            <a:r>
              <a:rPr lang="ko-KR" altLang="en-US" b="1" dirty="0"/>
              <a:t>장 </a:t>
            </a:r>
            <a:r>
              <a:rPr lang="en-US" altLang="ko-KR" b="1" dirty="0"/>
              <a:t>19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134255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866880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이집트 진과 이스라엘 진 사이를 가로막고 섰다</a:t>
            </a:r>
            <a:r>
              <a:rPr lang="en-US" altLang="ko-KR" sz="4000" b="1" dirty="0"/>
              <a:t>. </a:t>
            </a:r>
          </a:p>
          <a:p>
            <a:pPr marL="0" indent="0">
              <a:buNone/>
            </a:pPr>
            <a:r>
              <a:rPr lang="ko-KR" altLang="en-US" sz="4000" b="1" dirty="0">
                <a:solidFill>
                  <a:srgbClr val="0070C0"/>
                </a:solidFill>
              </a:rPr>
              <a:t>그 구름이 </a:t>
            </a:r>
            <a:r>
              <a:rPr lang="ko-KR" altLang="en-US" sz="4000" b="1" dirty="0"/>
              <a:t>이집트 사람들이 있는 쪽은 </a:t>
            </a:r>
            <a:r>
              <a:rPr lang="ko-KR" altLang="en-US" sz="4000" b="1" dirty="0">
                <a:solidFill>
                  <a:srgbClr val="FF0000"/>
                </a:solidFill>
              </a:rPr>
              <a:t>어둡게 하고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이스라엘 사람들이 있는 쪽은 </a:t>
            </a:r>
            <a:r>
              <a:rPr lang="ko-KR" altLang="en-US" sz="4000" b="1" dirty="0">
                <a:solidFill>
                  <a:srgbClr val="FF0000"/>
                </a:solidFill>
              </a:rPr>
              <a:t>환하게 밝혀</a:t>
            </a:r>
            <a:r>
              <a:rPr lang="ko-KR" altLang="en-US" sz="4000" b="1" dirty="0"/>
              <a:t> 주었으므로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밤새도록 양 쪽이 서로 가까이 갈 수 없었다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출애굽기 </a:t>
            </a:r>
            <a:r>
              <a:rPr lang="en-US" altLang="ko-KR" b="1" dirty="0"/>
              <a:t>14</a:t>
            </a:r>
            <a:r>
              <a:rPr lang="ko-KR" altLang="en-US" b="1" dirty="0"/>
              <a:t>장 </a:t>
            </a:r>
            <a:r>
              <a:rPr lang="en-US" altLang="ko-KR" b="1" dirty="0"/>
              <a:t>20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2231379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/>
              <a:t>주님께서는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그들이 밤낮으로 행군할 수 있도록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낮에는 구름기둥으로 앞서 가시며 길을 인도하시고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밤에는 </a:t>
            </a:r>
            <a:r>
              <a:rPr lang="ko-KR" altLang="en-US" sz="4000" b="1" dirty="0">
                <a:solidFill>
                  <a:srgbClr val="FF0000"/>
                </a:solidFill>
              </a:rPr>
              <a:t>불기둥으로 앞 길을 비추어 </a:t>
            </a:r>
            <a:r>
              <a:rPr lang="ko-KR" altLang="en-US" sz="4000" b="1" dirty="0"/>
              <a:t>주셨다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출애굽기 </a:t>
            </a:r>
            <a:r>
              <a:rPr lang="en-US" altLang="ko-KR" b="1" dirty="0"/>
              <a:t>13</a:t>
            </a:r>
            <a:r>
              <a:rPr lang="ko-KR" altLang="en-US" b="1" dirty="0"/>
              <a:t>장 </a:t>
            </a:r>
            <a:r>
              <a:rPr lang="en-US" altLang="ko-KR" b="1" dirty="0"/>
              <a:t>21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411131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그들이 길을 가는 동안에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낮에는 주님의 구름이 </a:t>
            </a:r>
            <a:r>
              <a:rPr lang="ko-KR" altLang="en-US" sz="4000" b="1" dirty="0" err="1"/>
              <a:t>성막</a:t>
            </a:r>
            <a:r>
              <a:rPr lang="ko-KR" altLang="en-US" sz="4000" b="1" dirty="0"/>
              <a:t> 위에 있고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밤에는 </a:t>
            </a:r>
            <a:r>
              <a:rPr lang="ko-KR" altLang="en-US" sz="4000" b="1" dirty="0">
                <a:solidFill>
                  <a:srgbClr val="0070C0"/>
                </a:solidFill>
              </a:rPr>
              <a:t>구름 가운데 </a:t>
            </a:r>
            <a:r>
              <a:rPr lang="ko-KR" altLang="en-US" sz="4000" b="1" dirty="0">
                <a:solidFill>
                  <a:srgbClr val="FF0000"/>
                </a:solidFill>
              </a:rPr>
              <a:t>불이 </a:t>
            </a:r>
            <a:r>
              <a:rPr lang="ko-KR" altLang="en-US" sz="4000" b="1" dirty="0"/>
              <a:t>있어서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이스라엘 온 자손의 눈 앞을 밝혀 주었다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출애굽기 </a:t>
            </a:r>
            <a:r>
              <a:rPr lang="en-US" altLang="ko-KR" b="1" dirty="0"/>
              <a:t>40</a:t>
            </a:r>
            <a:r>
              <a:rPr lang="ko-KR" altLang="en-US" b="1" dirty="0"/>
              <a:t>장 </a:t>
            </a:r>
            <a:r>
              <a:rPr lang="en-US" altLang="ko-KR" b="1" dirty="0"/>
              <a:t>38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284360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그것은 늘 그러하였다</a:t>
            </a:r>
            <a:r>
              <a:rPr lang="en-US" altLang="ko-KR" sz="4000" b="1" dirty="0"/>
              <a:t>. </a:t>
            </a:r>
          </a:p>
          <a:p>
            <a:pPr marL="0" indent="0">
              <a:buNone/>
            </a:pPr>
            <a:r>
              <a:rPr lang="ko-KR" altLang="en-US" sz="4000" b="1" dirty="0"/>
              <a:t>구름이 </a:t>
            </a:r>
            <a:r>
              <a:rPr lang="ko-KR" altLang="en-US" sz="4000" b="1" dirty="0" err="1"/>
              <a:t>성막을</a:t>
            </a:r>
            <a:r>
              <a:rPr lang="ko-KR" altLang="en-US" sz="4000" b="1" dirty="0"/>
              <a:t> 덮고 있었으며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밤에는 </a:t>
            </a:r>
            <a:r>
              <a:rPr lang="ko-KR" altLang="en-US" sz="4000" b="1" dirty="0">
                <a:solidFill>
                  <a:srgbClr val="0070C0"/>
                </a:solidFill>
              </a:rPr>
              <a:t>그 구름이 </a:t>
            </a:r>
            <a:r>
              <a:rPr lang="ko-KR" altLang="en-US" sz="4000" b="1" dirty="0">
                <a:solidFill>
                  <a:srgbClr val="FF0000"/>
                </a:solidFill>
              </a:rPr>
              <a:t>불처럼</a:t>
            </a:r>
            <a:r>
              <a:rPr lang="ko-KR" altLang="en-US" sz="4000" b="1" dirty="0">
                <a:solidFill>
                  <a:srgbClr val="0070C0"/>
                </a:solidFill>
              </a:rPr>
              <a:t> 보였다</a:t>
            </a:r>
            <a:r>
              <a:rPr lang="en-US" altLang="ko-KR" sz="4000" b="1" dirty="0"/>
              <a:t>.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민수기 </a:t>
            </a:r>
            <a:r>
              <a:rPr lang="en-US" altLang="ko-KR" b="1" dirty="0"/>
              <a:t>9</a:t>
            </a:r>
            <a:r>
              <a:rPr lang="ko-KR" altLang="en-US" b="1" dirty="0"/>
              <a:t>장 </a:t>
            </a:r>
            <a:r>
              <a:rPr lang="en-US" altLang="ko-KR" b="1" dirty="0"/>
              <a:t>16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959387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844824"/>
            <a:ext cx="8228707" cy="4280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4000" b="1" dirty="0"/>
              <a:t>낮이 되어 그들이 진을 떠날 때면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주님의 </a:t>
            </a:r>
            <a:r>
              <a:rPr lang="ko-KR" altLang="en-US" sz="4000" b="1" dirty="0">
                <a:solidFill>
                  <a:srgbClr val="0070C0"/>
                </a:solidFill>
              </a:rPr>
              <a:t>구름이</a:t>
            </a:r>
            <a:r>
              <a:rPr lang="ko-KR" altLang="en-US" sz="4000" b="1" dirty="0"/>
              <a:t> </a:t>
            </a:r>
            <a:r>
              <a:rPr lang="ko-KR" altLang="en-US" sz="4000" b="1" dirty="0">
                <a:solidFill>
                  <a:srgbClr val="0070C0"/>
                </a:solidFill>
              </a:rPr>
              <a:t>그들 위를 덮어 </a:t>
            </a:r>
            <a:r>
              <a:rPr lang="ko-KR" altLang="en-US" sz="4000" b="1" dirty="0"/>
              <a:t>주었다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민수기 </a:t>
            </a:r>
            <a:r>
              <a:rPr lang="en-US" altLang="ko-KR" b="1" dirty="0"/>
              <a:t>10</a:t>
            </a:r>
            <a:r>
              <a:rPr lang="ko-KR" altLang="en-US" b="1" dirty="0"/>
              <a:t>장 </a:t>
            </a:r>
            <a:r>
              <a:rPr lang="en-US" altLang="ko-KR" b="1" dirty="0"/>
              <a:t>34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427768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847529" y="1628800"/>
            <a:ext cx="8578849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여호와께서 </a:t>
            </a:r>
            <a:endParaRPr lang="en-US" altLang="ko-KR" sz="4000" b="1" dirty="0"/>
          </a:p>
          <a:p>
            <a:pPr marL="0" indent="0">
              <a:buNone/>
            </a:pPr>
            <a:r>
              <a:rPr lang="ko-KR" altLang="en-US" sz="4000" b="1" dirty="0"/>
              <a:t>낮에는 </a:t>
            </a:r>
            <a:r>
              <a:rPr lang="ko-KR" altLang="en-US" sz="4000" b="1" dirty="0">
                <a:solidFill>
                  <a:srgbClr val="FF0000"/>
                </a:solidFill>
              </a:rPr>
              <a:t>구름을 </a:t>
            </a:r>
            <a:r>
              <a:rPr lang="ko-KR" altLang="en-US" sz="4000" b="1" dirty="0" err="1">
                <a:solidFill>
                  <a:srgbClr val="FF0000"/>
                </a:solidFill>
              </a:rPr>
              <a:t>펴사</a:t>
            </a:r>
            <a:r>
              <a:rPr lang="ko-KR" altLang="en-US" sz="4000" b="1" dirty="0">
                <a:solidFill>
                  <a:srgbClr val="FF0000"/>
                </a:solidFill>
              </a:rPr>
              <a:t> 덮개를 삼으시고 </a:t>
            </a:r>
            <a:r>
              <a:rPr lang="ko-KR" altLang="en-US" sz="4000" b="1" dirty="0"/>
              <a:t>밤에는 불로 밝히셨으며</a:t>
            </a:r>
            <a:endParaRPr lang="en-US" altLang="ko-KR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시편 </a:t>
            </a:r>
            <a:r>
              <a:rPr lang="en-US" altLang="ko-KR" b="1" dirty="0"/>
              <a:t>105</a:t>
            </a:r>
            <a:r>
              <a:rPr lang="ko-KR" altLang="en-US" b="1" dirty="0"/>
              <a:t>편 </a:t>
            </a:r>
            <a:r>
              <a:rPr lang="en-US" altLang="ko-KR" b="1" dirty="0"/>
              <a:t>39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675517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모세가 장막에 들어서면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 err="1">
                <a:solidFill>
                  <a:srgbClr val="FF0000"/>
                </a:solidFill>
              </a:rPr>
              <a:t>구름기둥이</a:t>
            </a:r>
            <a:r>
              <a:rPr lang="ko-KR" altLang="en-US" sz="4000" b="1" dirty="0">
                <a:solidFill>
                  <a:srgbClr val="FF0000"/>
                </a:solidFill>
              </a:rPr>
              <a:t> 내려와서 </a:t>
            </a:r>
            <a:r>
              <a:rPr lang="ko-KR" altLang="en-US" sz="4000" b="1" dirty="0"/>
              <a:t>장막 어귀에 서고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주님께서 모세와 말씀하신다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출애굽기 </a:t>
            </a:r>
            <a:r>
              <a:rPr lang="en-US" altLang="ko-KR" b="1" dirty="0"/>
              <a:t>33</a:t>
            </a:r>
            <a:r>
              <a:rPr lang="ko-KR" altLang="en-US" b="1" dirty="0"/>
              <a:t>장 </a:t>
            </a:r>
            <a:r>
              <a:rPr lang="en-US" altLang="ko-KR" b="1" dirty="0"/>
              <a:t>9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14638897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844824"/>
            <a:ext cx="8228707" cy="4280942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주님께서 </a:t>
            </a:r>
            <a:r>
              <a:rPr lang="ko-KR" altLang="en-US" sz="4000" b="1" dirty="0" err="1">
                <a:solidFill>
                  <a:srgbClr val="FF0000"/>
                </a:solidFill>
              </a:rPr>
              <a:t>구름기둥</a:t>
            </a:r>
            <a:r>
              <a:rPr lang="ko-KR" altLang="en-US" sz="4000" b="1" dirty="0">
                <a:solidFill>
                  <a:srgbClr val="FF0000"/>
                </a:solidFill>
              </a:rPr>
              <a:t> 가운데로 내려오시어 </a:t>
            </a:r>
            <a:r>
              <a:rPr lang="ko-KR" altLang="en-US" sz="4000" b="1" dirty="0"/>
              <a:t>장막 어귀에 서시고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아론과 </a:t>
            </a:r>
            <a:r>
              <a:rPr lang="ko-KR" altLang="en-US" sz="4000" b="1" dirty="0" err="1"/>
              <a:t>미리암을</a:t>
            </a:r>
            <a:r>
              <a:rPr lang="ko-KR" altLang="en-US" sz="4000" b="1" dirty="0"/>
              <a:t> 부르셨다</a:t>
            </a:r>
            <a:r>
              <a:rPr lang="en-US" altLang="ko-KR" sz="4000" b="1" dirty="0"/>
              <a:t>. </a:t>
            </a:r>
            <a:r>
              <a:rPr lang="ko-KR" altLang="en-US" sz="4000" b="1" dirty="0"/>
              <a:t>그 두 사람이 나가 서자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민수기 </a:t>
            </a:r>
            <a:r>
              <a:rPr lang="en-US" altLang="ko-KR" b="1" dirty="0"/>
              <a:t>12</a:t>
            </a:r>
            <a:r>
              <a:rPr lang="ko-KR" altLang="en-US" b="1" dirty="0"/>
              <a:t>장 </a:t>
            </a:r>
            <a:r>
              <a:rPr lang="en-US" altLang="ko-KR" b="1" dirty="0"/>
              <a:t>5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4167250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 err="1"/>
              <a:t>성막을</a:t>
            </a:r>
            <a:r>
              <a:rPr lang="ko-KR" altLang="en-US" sz="4000" b="1" dirty="0"/>
              <a:t> 세우던 날</a:t>
            </a:r>
            <a:r>
              <a:rPr lang="en-US" altLang="ko-KR" sz="4000" b="1" dirty="0"/>
              <a:t>, </a:t>
            </a:r>
            <a:r>
              <a:rPr lang="ko-KR" altLang="en-US" sz="4000" b="1" dirty="0">
                <a:solidFill>
                  <a:srgbClr val="0070C0"/>
                </a:solidFill>
              </a:rPr>
              <a:t>구름이</a:t>
            </a:r>
            <a:r>
              <a:rPr lang="ko-KR" altLang="en-US" sz="4000" b="1" dirty="0"/>
              <a:t> </a:t>
            </a:r>
            <a:r>
              <a:rPr lang="ko-KR" altLang="en-US" sz="4000" b="1" dirty="0" err="1"/>
              <a:t>성막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곧 </a:t>
            </a:r>
            <a:r>
              <a:rPr lang="ko-KR" altLang="en-US" sz="4000" b="1" dirty="0" err="1"/>
              <a:t>증거궤가</a:t>
            </a:r>
            <a:r>
              <a:rPr lang="ko-KR" altLang="en-US" sz="4000" b="1" dirty="0"/>
              <a:t> 보관된 </a:t>
            </a:r>
            <a:r>
              <a:rPr lang="ko-KR" altLang="en-US" sz="4000" b="1" dirty="0" err="1">
                <a:solidFill>
                  <a:srgbClr val="FF0000"/>
                </a:solidFill>
              </a:rPr>
              <a:t>성막을</a:t>
            </a:r>
            <a:r>
              <a:rPr lang="ko-KR" altLang="en-US" sz="4000" b="1" dirty="0">
                <a:solidFill>
                  <a:srgbClr val="FF0000"/>
                </a:solidFill>
              </a:rPr>
              <a:t> 덮었다</a:t>
            </a:r>
            <a:r>
              <a:rPr lang="en-US" altLang="ko-KR" sz="4000" b="1" dirty="0">
                <a:solidFill>
                  <a:srgbClr val="FF0000"/>
                </a:solidFill>
              </a:rPr>
              <a:t>. </a:t>
            </a:r>
            <a:r>
              <a:rPr lang="ko-KR" altLang="en-US" sz="4000" b="1" dirty="0"/>
              <a:t>저녁에는 </a:t>
            </a:r>
            <a:r>
              <a:rPr lang="ko-KR" altLang="en-US" sz="4000" b="1" dirty="0" err="1"/>
              <a:t>성막</a:t>
            </a:r>
            <a:r>
              <a:rPr lang="ko-KR" altLang="en-US" sz="4000" b="1" dirty="0"/>
              <a:t> 위의 구름이 불처럼 보였으며</a:t>
            </a:r>
            <a:r>
              <a:rPr lang="en-US" altLang="ko-KR" sz="4000" b="1" dirty="0"/>
              <a:t>, </a:t>
            </a:r>
            <a:r>
              <a:rPr lang="ko-KR" altLang="en-US" sz="4000" b="1" dirty="0"/>
              <a:t>아침까지 그렇게 계속되었다</a:t>
            </a:r>
            <a:r>
              <a:rPr lang="en-US" altLang="ko-KR" sz="4000" b="1" dirty="0"/>
              <a:t>. 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민수기 </a:t>
            </a:r>
            <a:r>
              <a:rPr lang="en-US" altLang="ko-KR" b="1" dirty="0"/>
              <a:t>9</a:t>
            </a:r>
            <a:r>
              <a:rPr lang="ko-KR" altLang="en-US" b="1" dirty="0"/>
              <a:t>장 </a:t>
            </a:r>
            <a:r>
              <a:rPr lang="en-US" altLang="ko-KR" b="1" dirty="0"/>
              <a:t>15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793474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제사장들이 성소에서 나올 때에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/>
              <a:t>주님의 성전에 </a:t>
            </a:r>
            <a:r>
              <a:rPr lang="ko-KR" altLang="en-US" sz="4000" b="1" dirty="0">
                <a:solidFill>
                  <a:srgbClr val="0070C0"/>
                </a:solidFill>
              </a:rPr>
              <a:t>구름이 가득 찼다</a:t>
            </a:r>
            <a:r>
              <a:rPr lang="en-US" altLang="ko-KR" sz="4000" b="1" dirty="0"/>
              <a:t>. 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열왕기상 </a:t>
            </a:r>
            <a:r>
              <a:rPr lang="en-US" altLang="ko-KR" b="1" dirty="0"/>
              <a:t>8</a:t>
            </a:r>
            <a:r>
              <a:rPr lang="ko-KR" altLang="en-US" b="1" dirty="0"/>
              <a:t>장 </a:t>
            </a:r>
            <a:r>
              <a:rPr lang="en-US" altLang="ko-KR" b="1" dirty="0"/>
              <a:t>10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38552323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81648" y="1628800"/>
            <a:ext cx="8228707" cy="4496966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4000" b="1" dirty="0"/>
              <a:t>그런데 </a:t>
            </a:r>
            <a:r>
              <a:rPr lang="ko-KR" altLang="en-US" sz="4000" b="1" dirty="0">
                <a:solidFill>
                  <a:srgbClr val="0070C0"/>
                </a:solidFill>
              </a:rPr>
              <a:t>구름이 일어나서</a:t>
            </a:r>
            <a:r>
              <a:rPr lang="en-US" altLang="ko-KR" sz="4000" b="1" dirty="0"/>
              <a:t>, </a:t>
            </a:r>
          </a:p>
          <a:p>
            <a:pPr marL="0" indent="0">
              <a:buNone/>
            </a:pPr>
            <a:r>
              <a:rPr lang="ko-KR" altLang="en-US" sz="4000" b="1" dirty="0">
                <a:solidFill>
                  <a:srgbClr val="FF0000"/>
                </a:solidFill>
              </a:rPr>
              <a:t>그들을 뒤덮었다</a:t>
            </a:r>
            <a:r>
              <a:rPr lang="en-US" altLang="ko-KR" sz="4000" b="1" dirty="0">
                <a:solidFill>
                  <a:srgbClr val="FF0000"/>
                </a:solidFill>
              </a:rPr>
              <a:t>. </a:t>
            </a:r>
          </a:p>
          <a:p>
            <a:pPr marL="0" indent="0">
              <a:buNone/>
            </a:pPr>
            <a:r>
              <a:rPr lang="ko-KR" altLang="en-US" sz="4000" b="1" dirty="0"/>
              <a:t>그리고 구름 속에서 소리가 났다</a:t>
            </a:r>
            <a:r>
              <a:rPr lang="en-US" altLang="ko-KR" sz="4000" b="1" dirty="0"/>
              <a:t>.</a:t>
            </a:r>
          </a:p>
          <a:p>
            <a:pPr marL="0" indent="0">
              <a:buNone/>
            </a:pPr>
            <a:r>
              <a:rPr lang="en-US" altLang="ko-KR" sz="4000" b="1" dirty="0"/>
              <a:t>"</a:t>
            </a:r>
            <a:r>
              <a:rPr lang="ko-KR" altLang="en-US" sz="4000" b="1" dirty="0"/>
              <a:t>이는 내 사랑하는 아들이다</a:t>
            </a:r>
            <a:r>
              <a:rPr lang="en-US" altLang="ko-KR" sz="4000" b="1" dirty="0"/>
              <a:t>. </a:t>
            </a:r>
            <a:r>
              <a:rPr lang="ko-KR" altLang="en-US" sz="4000" b="1" dirty="0"/>
              <a:t>너희는 그의 말을 들어라</a:t>
            </a:r>
            <a:r>
              <a:rPr lang="en-US" altLang="ko-KR" sz="4000" b="1" dirty="0"/>
              <a:t>."</a:t>
            </a:r>
            <a:endParaRPr lang="ko-KR" altLang="en-US" sz="4000" b="1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(</a:t>
            </a:r>
            <a:r>
              <a:rPr lang="ko-KR" altLang="en-US" b="1" dirty="0" err="1"/>
              <a:t>새번역</a:t>
            </a:r>
            <a:r>
              <a:rPr lang="en-US" altLang="ko-KR" b="1" dirty="0"/>
              <a:t>) </a:t>
            </a:r>
            <a:r>
              <a:rPr lang="ko-KR" altLang="en-US" b="1" dirty="0"/>
              <a:t>마가복음 </a:t>
            </a:r>
            <a:r>
              <a:rPr lang="en-US" altLang="ko-KR" b="1" dirty="0"/>
              <a:t>9</a:t>
            </a:r>
            <a:r>
              <a:rPr lang="ko-KR" altLang="en-US" b="1" dirty="0"/>
              <a:t>장 </a:t>
            </a:r>
            <a:r>
              <a:rPr lang="en-US" altLang="ko-KR" b="1" dirty="0"/>
              <a:t>7</a:t>
            </a:r>
            <a:r>
              <a:rPr lang="ko-KR" altLang="en-US" b="1" dirty="0"/>
              <a:t>절</a:t>
            </a:r>
          </a:p>
        </p:txBody>
      </p:sp>
    </p:spTree>
    <p:extLst>
      <p:ext uri="{BB962C8B-B14F-4D97-AF65-F5344CB8AC3E}">
        <p14:creationId xmlns:p14="http://schemas.microsoft.com/office/powerpoint/2010/main" val="388927934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1360</TotalTime>
  <Words>395</Words>
  <Application>Microsoft Office PowerPoint</Application>
  <PresentationFormat>와이드스크린</PresentationFormat>
  <Paragraphs>51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2_Office 테마</vt:lpstr>
      <vt:lpstr>(새번역) 출애굽기 13장 21절</vt:lpstr>
      <vt:lpstr>출애굽기 14장 24절</vt:lpstr>
      <vt:lpstr>출애굽기 14장 24절</vt:lpstr>
      <vt:lpstr>(새번역) 출애굽기 14장 19절</vt:lpstr>
      <vt:lpstr>(새번역) 출애굽기 14장 20절</vt:lpstr>
      <vt:lpstr>(새번역) 출애굽기 13장 21절</vt:lpstr>
      <vt:lpstr>(새번역) 출애굽기 40장 38절</vt:lpstr>
      <vt:lpstr>(새번역) 민수기 9장 16절</vt:lpstr>
      <vt:lpstr>(새번역) 민수기 10장 34절</vt:lpstr>
      <vt:lpstr>(새번역) 시편 105편 39절</vt:lpstr>
      <vt:lpstr>(새번역) 출애굽기 33장 9절</vt:lpstr>
      <vt:lpstr>(새번역) 민수기 12장 5절</vt:lpstr>
      <vt:lpstr>(새번역) 민수기 9장 15절</vt:lpstr>
      <vt:lpstr>(새번역) 열왕기상 8장 10절</vt:lpstr>
      <vt:lpstr>(새번역) 마가복음 9장 7절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오늘의 말씀</dc:title>
  <dc:creator>성화가족</dc:creator>
  <cp:lastModifiedBy>Littleflame_성화 Hong</cp:lastModifiedBy>
  <cp:revision>246</cp:revision>
  <dcterms:created xsi:type="dcterms:W3CDTF">2012-01-14T02:02:02Z</dcterms:created>
  <dcterms:modified xsi:type="dcterms:W3CDTF">2026-09-19T07:33:30Z</dcterms:modified>
</cp:coreProperties>
</file>